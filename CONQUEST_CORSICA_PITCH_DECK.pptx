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9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9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CONQUEST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CORSICA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C99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island dreams itself alive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1E8"/>
                </a:solidFill>
              </a:rPr>
              <a:t>Interactive Alchemy × Mediterranean Mysticism × Cultural Fantasy RPG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914400"/>
          </a:xfrm>
          <a:prstGeom prst="rect">
            <a:avLst/>
          </a:prstGeom>
          <a:solidFill>
            <a:srgbClr val="C99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Concept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CONQUEST: CORSICA is an interactive alchemy where players act as modern initiates—part coder, part seer—who reconnect with Corsica's sacred geography through rituals that rewrite code and reality.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Each mountain, chapel, and wind gust is alive. You don't fight monsters; you confront illusions. Every command typed becomes a spell.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75120" y="1188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41"/>
                </a:solidFill>
              </a:rPr>
              <a:t>Ritual-Based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Type commands, not menus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41"/>
                </a:solidFill>
              </a:rPr>
              <a:t>Living World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Corsica responds to you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⚗️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41"/>
                </a:solidFill>
              </a:rPr>
              <a:t>Moral Alchemy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Beliefs shape reality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75120" y="3931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41"/>
                </a:solidFill>
              </a:rPr>
              <a:t>Cultural Heritage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4251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Ancestral wisdom + 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9A5F"/>
                </a:solidFill>
              </a:rPr>
              <a:t>CONQUEST: CORSICA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9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Terrarium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1E8"/>
                </a:solidFill>
              </a:rPr>
              <a:t>A living simulation of Corsica where geology remembers prayer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0"/>
            <a:ext cx="2926080" cy="2103120"/>
          </a:xfrm>
          <a:prstGeom prst="rect">
            <a:avLst/>
          </a:prstGeom>
          <a:solidFill>
            <a:srgbClr val="3A3F47"/>
          </a:solidFill>
          <a:ln w="25400">
            <a:solidFill>
              <a:srgbClr val="C99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🕯️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76656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F"/>
                </a:solidFill>
              </a:rPr>
              <a:t>Calvi Citadel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2103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Granite Sanctum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(The Kernel)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0" y="1371600"/>
            <a:ext cx="2926080" cy="2103120"/>
          </a:xfrm>
          <a:prstGeom prst="rect">
            <a:avLst/>
          </a:prstGeom>
          <a:solidFill>
            <a:srgbClr val="3A3F47"/>
          </a:solidFill>
          <a:ln w="25400">
            <a:solidFill>
              <a:srgbClr val="C99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96696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F"/>
                </a:solidFill>
              </a:rPr>
              <a:t>Maquis Ardente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0" y="2103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Breathing Wild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(Cleansing Rituals)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3931920"/>
            <a:ext cx="2926080" cy="2103120"/>
          </a:xfrm>
          <a:prstGeom prst="rect">
            <a:avLst/>
          </a:prstGeom>
          <a:solidFill>
            <a:srgbClr val="3A3F47"/>
          </a:solidFill>
          <a:ln w="25400">
            <a:solidFill>
              <a:srgbClr val="C99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F"/>
                </a:solidFill>
              </a:rPr>
              <a:t>Nebbio Archives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4663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Temple-Servers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(Ancestral Dreams)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0" y="3931920"/>
            <a:ext cx="2926080" cy="2103120"/>
          </a:xfrm>
          <a:prstGeom prst="rect">
            <a:avLst/>
          </a:prstGeom>
          <a:solidFill>
            <a:srgbClr val="3A3F47"/>
          </a:solidFill>
          <a:ln w="25400">
            <a:solidFill>
              <a:srgbClr val="C99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💨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966960" y="4114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5F"/>
                </a:solidFill>
              </a:rPr>
              <a:t>Libeccio Plateau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4663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Wind &amp; Code Merge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(Desert of Sound)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9A5F"/>
                </a:solidFill>
              </a:rPr>
              <a:t>CONQUEST: CORSICA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Ritual Cycle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645920" cy="1645920"/>
          </a:xfrm>
          <a:prstGeom prst="ellipse">
            <a:avLst/>
          </a:prstGeom>
          <a:solidFill>
            <a:srgbClr val="1C2841"/>
          </a:solidFill>
          <a:ln w="25400">
            <a:solidFill>
              <a:srgbClr val="C99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9A5F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</a:rPr>
              <a:t>INVOKE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Perform rituals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(./rituel --maquis)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371600"/>
            <a:ext cx="1645920" cy="1645920"/>
          </a:xfrm>
          <a:prstGeom prst="ellipse">
            <a:avLst/>
          </a:prstGeom>
          <a:solidFill>
            <a:srgbClr val="1C2841"/>
          </a:solidFill>
          <a:ln w="25400">
            <a:solidFill>
              <a:srgbClr val="C99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9A5F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</a:rPr>
              <a:t>TRANSMUTE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Combine symbols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(fire, salt, breath)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1645920" cy="1645920"/>
          </a:xfrm>
          <a:prstGeom prst="ellipse">
            <a:avLst/>
          </a:prstGeom>
          <a:solidFill>
            <a:srgbClr val="1C2841"/>
          </a:solidFill>
          <a:ln w="25400">
            <a:solidFill>
              <a:srgbClr val="C99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9A5F"/>
                </a:solidFill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</a:rPr>
              <a:t>MANIFEST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Shape reality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(worlds evolve uniquely)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0" y="1371600"/>
            <a:ext cx="1645920" cy="1645920"/>
          </a:xfrm>
          <a:prstGeom prst="ellipse">
            <a:avLst/>
          </a:prstGeom>
          <a:solidFill>
            <a:srgbClr val="1C2841"/>
          </a:solidFill>
          <a:ln w="25400">
            <a:solidFill>
              <a:srgbClr val="C99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9A5F"/>
                </a:solidFill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96112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1E8"/>
                </a:solidFill>
              </a:rPr>
              <a:t>REBIRTH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Burn your save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(gain eternal insight)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1005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A5F"/>
                </a:solidFill>
              </a:rPr>
              <a:t>→ → → ↻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9A5F"/>
                </a:solidFill>
              </a:rPr>
              <a:t>CONQUEST: CORSICA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3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9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Position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</a:rPr>
              <a:t>Target Audiences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</a:rPr>
              <a:t>Narrative RPG Players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</a:rPr>
              <a:t>(Disco Elysium, Sunless Sea fans)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73152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</a:rPr>
              <a:t>Cultural &amp; Heritage Institutions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</a:rPr>
              <a:t>(Museums, educators, archives)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73152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</a:rPr>
              <a:t>Experimental Gaming Community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</a:rPr>
              <a:t>(Itch.io, indie-forward players)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73152" cy="640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</a:rPr>
              <a:t>Creative Professionals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</a:rPr>
              <a:t>(Writers, artists, designers)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005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1E8"/>
                </a:solidFill>
              </a:rPr>
              <a:t>Competitive Edge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Ritual-Based 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7830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Command-line as mechanic (not just UI)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0" y="2331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Cultural Authenticity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Real Corsican heritage, language, symbols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3200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Philosophical Depth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5204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Faith as code; memory as matter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4069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Adaptive Narrative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4389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Player beliefs literally reshape reality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9A5F"/>
                </a:solidFill>
              </a:rPr>
              <a:t>CONQUEST: CORSICA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Model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011680"/>
          </a:xfrm>
          <a:prstGeom prst="rect">
            <a:avLst/>
          </a:prstGeom>
          <a:solidFill>
            <a:srgbClr val="1C2841"/>
          </a:solidFill>
          <a:ln w="19050">
            <a:solidFill>
              <a:srgbClr val="C99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🎟️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5F"/>
                </a:solidFill>
              </a:rPr>
              <a:t>Base Game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Premium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12–20h solo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AF37"/>
                </a:solidFill>
              </a:rPr>
              <a:t>$29.99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2011680"/>
          </a:xfrm>
          <a:prstGeom prst="rect">
            <a:avLst/>
          </a:prstGeom>
          <a:solidFill>
            <a:srgbClr val="1C2841"/>
          </a:solidFill>
          <a:ln w="19050">
            <a:solidFill>
              <a:srgbClr val="C99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9184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5F"/>
                </a:solidFill>
              </a:rPr>
              <a:t>Expansions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New myths,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rituals, seasons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AF37"/>
                </a:solidFill>
              </a:rPr>
              <a:t>$9.99–19.99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560320" cy="2011680"/>
          </a:xfrm>
          <a:prstGeom prst="rect">
            <a:avLst/>
          </a:prstGeom>
          <a:solidFill>
            <a:srgbClr val="1C2841"/>
          </a:solidFill>
          <a:ln w="19050">
            <a:solidFill>
              <a:srgbClr val="C99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💎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5F"/>
                </a:solidFill>
              </a:rPr>
              <a:t>Cosmetics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Sigils, sound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themes, seeds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AF37"/>
                </a:solidFill>
              </a:rPr>
              <a:t>$4.99–14.99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474720"/>
            <a:ext cx="2560320" cy="2011680"/>
          </a:xfrm>
          <a:prstGeom prst="rect">
            <a:avLst/>
          </a:prstGeom>
          <a:solidFill>
            <a:srgbClr val="1C2841"/>
          </a:solidFill>
          <a:ln w="19050">
            <a:solidFill>
              <a:srgbClr val="C99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91840" y="3977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A5F"/>
                </a:solidFill>
              </a:rPr>
              <a:t>Community Co-Creation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4343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Seasonal lore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F1E8"/>
                </a:solidFill>
              </a:rPr>
              <a:t>integration rewards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5074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AF37"/>
                </a:solidFill>
              </a:rPr>
              <a:t>Revenue share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🜏 No pay-to-win. Monetization tied to creativity and personalization.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9A5F"/>
                </a:solidFill>
              </a:rPr>
              <a:t>CONQUEST: CORSICA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C99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99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"CONQUEST is not just a game — it's a digital rite of passage."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1E8"/>
                </a:solidFill>
              </a:rPr>
              <a:t>An interactive hymn to an island that teaches you how to remember, transmute, and dream in light and granite.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657600"/>
            <a:ext cx="5486400" cy="640080"/>
          </a:xfrm>
          <a:prstGeom prst="rect">
            <a:avLst/>
          </a:prstGeom>
          <a:solidFill>
            <a:srgbClr val="C99A5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3657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841"/>
                </a:solidFill>
              </a:rPr>
              <a:t>Ready to Dream?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1E8"/>
                </a:solidFill>
              </a:rPr>
              <a:t>CONQUEST: CORSICA • Developed by MatheeMoo Studio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1E8"/>
                </a:solidFill>
              </a:rPr>
              <a:t>info@mathee-studio.com • corsica.conquest.game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F37"/>
                </a:solidFill>
              </a:rPr>
              <a:t>Lux in tenebris — lux tenenda, non ostentanda.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9A5F"/>
                </a:solidFill>
              </a:rPr>
              <a:t>CONQUEST: CORSICA • Pitch Deck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2026-02-20T15:09:44Z</dcterms:created>
  <dcterms:modified xsi:type="dcterms:W3CDTF">2026-02-20T15:09:44Z</dcterms:modified>
</cp:coreProperties>
</file>